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FA03-BEC1-1809-BEE3-B8BCB74A9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D0FC4-5A47-1BDC-83BA-E2EDC989B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745A2-E626-C107-129B-CDF8D2E3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55A5-D66B-4722-AC5B-1E62F016C436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87247-DCE9-1508-86F6-01A7F74B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9747C-4D8D-FB8C-D09C-2C9A81E2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9EF7-332E-40F1-98BA-0CD2F55C8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503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64B6-71C6-BC80-4063-25494DDF3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3F46F-99DB-B22B-B0F9-1CE3506D4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EBC49-E4D5-6651-F049-AADB0932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55A5-D66B-4722-AC5B-1E62F016C436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90F85-6B40-5996-043E-F664A8596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8BB9-2B68-1DE8-CB23-CDA41CCA6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9EF7-332E-40F1-98BA-0CD2F55C8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8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BF30E-5E14-F90E-2F93-42CB3ACDB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6C1CE-24F8-ED55-4EB6-A919DF574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5258F-54D3-048F-9B19-49371E067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55A5-D66B-4722-AC5B-1E62F016C436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106D-D130-7B85-737C-09B75D8D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3CCAC-F355-C852-6B23-A5295DEB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9EF7-332E-40F1-98BA-0CD2F55C8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8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C7C2-BC75-149D-F946-FE5A93A1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D63BB-BA1A-77F0-FAF6-F20BAF451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1CCC2-23C9-CF6D-FB46-F191C5CA6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090D9-B45B-F38F-3744-7E94BADA7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55A5-D66B-4722-AC5B-1E62F016C436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90AE8-4C7D-D973-AB1A-3A1CB425D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63F26-F6DB-CF09-8DC6-4501C981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9EF7-332E-40F1-98BA-0CD2F55C8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48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D05A1-2629-A7C5-AC36-D93FCC69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D9DD4-E21F-50BB-D036-16F2B985F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339E9-5D3C-460B-4641-20E9F62DB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5BD7FD-D06C-FE5B-E31C-51075EEFC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ED8BCB-2B4C-C310-4AE7-15C4D6BDE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BC59F7-2218-F3B4-C299-3C288555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55A5-D66B-4722-AC5B-1E62F016C436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A5DB29-F1A4-7AE5-9E60-BCC05273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F471D-6619-DE21-C1C3-36CC49239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9EF7-332E-40F1-98BA-0CD2F55C8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39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573BE-F3EC-0FF3-5BA4-3A83D991C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A8B534-3D71-FB85-8386-B65A2515E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55A5-D66B-4722-AC5B-1E62F016C436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310CF-20F0-7AEA-B240-5434E501A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CB3B5-7B12-D0A6-E513-56B7A54E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9EF7-332E-40F1-98BA-0CD2F55C8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948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87A5A-2242-1C7E-000B-8E6897FC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55A5-D66B-4722-AC5B-1E62F016C436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C5368C-EC02-C25D-C853-CA978F56E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1A6A4-9C23-2EEA-F5C2-A853DD9EA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9EF7-332E-40F1-98BA-0CD2F55C8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22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DD48-A184-9A22-22C0-3587E3A4C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327AE-A93D-8ABD-CDD2-A9AE1D2C6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10117-E8C2-266E-F434-C999C4830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7F953-C5C5-1CA9-596A-EDF62E95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55A5-D66B-4722-AC5B-1E62F016C436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16DBD-E7DE-91ED-BCC7-165C66DC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0C621-CE8B-6C0A-DEB8-5EFEA310B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9EF7-332E-40F1-98BA-0CD2F55C8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192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14C0-43DB-DBFB-D515-5DD0EA4C8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F57E37-65F7-58FB-C891-C4F449768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5D443-4FA7-C34A-0998-CAE547E66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95818-955C-8410-8481-6A4206578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55A5-D66B-4722-AC5B-1E62F016C436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AFE2C-510B-EBFF-FA4A-EBBA10FD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04655-7222-A5E3-1571-6CE9575CF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9EF7-332E-40F1-98BA-0CD2F55C8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84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26AB2-1E6F-4790-90F7-1B72C48B8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2ABE4-604E-A79B-FF06-61AF0832A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3FE28-3DFF-FBA0-373E-D00C1B584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55A5-D66B-4722-AC5B-1E62F016C436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2D894-6289-1DA4-F09B-57ABF2947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E8419-EB1A-1770-B2E3-A4F0DD0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9EF7-332E-40F1-98BA-0CD2F55C8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15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78BCAF-00EA-EB84-7B79-68102124A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337BC-51F6-3849-E0ED-4921E506E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AC78E-2D1C-FC6D-4456-5D437E8AE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55A5-D66B-4722-AC5B-1E62F016C436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EBCF0-9DDF-4EA1-3D74-26AB96DE6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D1221-5E9A-BF98-18CF-88422739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9EF7-332E-40F1-98BA-0CD2F55C8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30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DB9B3-027A-3C2E-F4D1-65C879068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E1490-8B87-0808-EF7A-DD06B7CA1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5AD3A-F063-6B17-B393-60E08E17B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6155A5-D66B-4722-AC5B-1E62F016C436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F39AE-5FE1-8DF3-1D24-AA99D3A9D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46F3D-01F3-E3F9-20BF-94DE1DB35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979EF7-332E-40F1-98BA-0CD2F55C8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45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1368B-BBDA-06CE-3AE9-C641D2DBE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2" y="891652"/>
            <a:ext cx="4412021" cy="3030724"/>
          </a:xfrm>
        </p:spPr>
        <p:txBody>
          <a:bodyPr anchor="b">
            <a:normAutofit fontScale="90000"/>
          </a:bodyPr>
          <a:lstStyle/>
          <a:p>
            <a:r>
              <a:rPr lang="en-GB" b="1" dirty="0"/>
              <a:t>OLIST E-COMMERCE</a:t>
            </a:r>
            <a:br>
              <a:rPr lang="en-GB" dirty="0"/>
            </a:br>
            <a:r>
              <a:rPr lang="en-GB" b="1" dirty="0"/>
              <a:t>Seller Performance Analysis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0788F-6EBD-1E63-E36C-C6B642D20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7349" y="4704878"/>
            <a:ext cx="4126272" cy="1100983"/>
          </a:xfrm>
        </p:spPr>
        <p:txBody>
          <a:bodyPr>
            <a:normAutofit/>
          </a:bodyPr>
          <a:lstStyle/>
          <a:p>
            <a:pPr algn="r"/>
            <a:r>
              <a:rPr lang="en-GB">
                <a:solidFill>
                  <a:srgbClr val="FFFFFF"/>
                </a:solidFill>
              </a:rPr>
              <a:t>By Promise Ezeike</a:t>
            </a:r>
          </a:p>
          <a:p>
            <a:pPr algn="r"/>
            <a:r>
              <a:rPr lang="en-GB">
                <a:solidFill>
                  <a:srgbClr val="FFFFFF"/>
                </a:solidFill>
              </a:rPr>
              <a:t>Data Analyst, March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02FCF6-28BE-431A-1E51-5134E50A9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6" r="21060" b="1"/>
          <a:stretch>
            <a:fillRect/>
          </a:stretch>
        </p:blipFill>
        <p:spPr>
          <a:xfrm>
            <a:off x="6096000" y="974956"/>
            <a:ext cx="5608320" cy="486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1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C3437-747E-4BC8-FC96-6A8EB0418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177"/>
          </a:xfrm>
        </p:spPr>
        <p:txBody>
          <a:bodyPr/>
          <a:lstStyle/>
          <a:p>
            <a:r>
              <a:rPr lang="en-GB"/>
              <a:t>ESTIMATED VS ACTUAL DELIVERY DAYS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3F903-BB56-BDFB-C034-C42576F75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0" y="2225040"/>
            <a:ext cx="4145280" cy="3328423"/>
          </a:xfrm>
        </p:spPr>
        <p:txBody>
          <a:bodyPr>
            <a:normAutofit/>
          </a:bodyPr>
          <a:lstStyle/>
          <a:p>
            <a:r>
              <a:rPr lang="en-GB" sz="2000"/>
              <a:t>The orders with rating of 1 has longer actual delivery than the estimated delivery days resulting in the low reviews (red columns longer than blue)</a:t>
            </a:r>
          </a:p>
          <a:p>
            <a:r>
              <a:rPr lang="en-GB" sz="2000"/>
              <a:t>The orders with reviews, 3, 4 and 5 received their orders well before the estimated delivery days (blue columns longer than red)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20906-0297-7D08-40FC-DAAA14CBA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3480"/>
            <a:ext cx="7620000" cy="55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67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4CA0-7179-1060-9CB0-1406194CE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4147"/>
          </a:xfrm>
        </p:spPr>
        <p:txBody>
          <a:bodyPr/>
          <a:lstStyle/>
          <a:p>
            <a:r>
              <a:rPr lang="en-GB" dirty="0"/>
              <a:t>SELLER VS PLATFORM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62AF7-8049-3783-6B51-B02C14062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760" y="2596356"/>
            <a:ext cx="4099560" cy="3264535"/>
          </a:xfrm>
        </p:spPr>
        <p:txBody>
          <a:bodyPr>
            <a:normAutofit/>
          </a:bodyPr>
          <a:lstStyle/>
          <a:p>
            <a:r>
              <a:rPr lang="en-GB" sz="2000" dirty="0"/>
              <a:t>The average actual delivery days of the seller is 22.9 days against the platform’s average of 12.1</a:t>
            </a:r>
          </a:p>
          <a:p>
            <a:r>
              <a:rPr lang="en-GB" sz="2000" dirty="0"/>
              <a:t>The seller’s carrier days is not the problem as it takes 8.8 days against the platform’s 7.3</a:t>
            </a:r>
          </a:p>
          <a:p>
            <a:r>
              <a:rPr lang="en-GB" sz="2000" dirty="0"/>
              <a:t>The seller’s dispatch is about 5.6 times longer than other sellers on the platform with 2.7 days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5330E-A8FA-36D2-F641-E03C1CAF1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47" y="1219200"/>
            <a:ext cx="6778233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878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CD019-003F-D983-779B-296703747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9098"/>
          </a:xfrm>
        </p:spPr>
        <p:txBody>
          <a:bodyPr>
            <a:normAutofit fontScale="90000"/>
          </a:bodyPr>
          <a:lstStyle/>
          <a:p>
            <a:r>
              <a:rPr lang="en-GB" dirty="0"/>
              <a:t>CUSTOMERS COMMENTS CONCENTRATION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B9019-E8D2-6D24-8D29-B4F483FDB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3808" y="2237105"/>
            <a:ext cx="3259111" cy="3035935"/>
          </a:xfrm>
        </p:spPr>
        <p:txBody>
          <a:bodyPr>
            <a:normAutofit/>
          </a:bodyPr>
          <a:lstStyle/>
          <a:p>
            <a:r>
              <a:rPr lang="en-GB" sz="2000" dirty="0"/>
              <a:t>It can be deduced that the comments made by the customers are tilted towards the seller’s delivery time, and responsibility, poor responsibility and not product quality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D6745D-DDEF-0261-A46C-4E2CCA1EA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9114"/>
            <a:ext cx="8107680" cy="532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917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A4F00-55F5-83D5-6B5A-3776D6B1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2800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1660F-E794-0FAB-591A-EEA6BADE1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lvl="0"/>
            <a:r>
              <a:rPr lang="en-GB" sz="2000"/>
              <a:t>Set a maximum dispatch time threshold of 3 days — aligned with the platform average of 2.74 days</a:t>
            </a:r>
          </a:p>
          <a:p>
            <a:pPr lvl="0"/>
            <a:r>
              <a:rPr lang="en-GB" sz="2000"/>
              <a:t>Monitor this seller's dispatch compliance weekly for 90 days</a:t>
            </a:r>
          </a:p>
          <a:p>
            <a:pPr lvl="0"/>
            <a:r>
              <a:rPr lang="en-GB" sz="2000"/>
              <a:t>Provide the seller with their performance data and platform benchmarks</a:t>
            </a:r>
          </a:p>
          <a:p>
            <a:pPr lvl="0"/>
            <a:r>
              <a:rPr lang="en-GB" sz="2000"/>
              <a:t>Issue a formal warning if dispatch time exceeds 5 days on any order</a:t>
            </a:r>
          </a:p>
          <a:p>
            <a:pPr lvl="0"/>
            <a:r>
              <a:rPr lang="en-GB" sz="2000"/>
              <a:t>Review removal only if dispatch performance does not improve within 90 days</a:t>
            </a:r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516081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221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OLIST E-COMMERCE Seller Performance Analysis</vt:lpstr>
      <vt:lpstr>ESTIMATED VS ACTUAL DELIVERY DAYS </vt:lpstr>
      <vt:lpstr>SELLER VS PLATFORM DELIVERY</vt:lpstr>
      <vt:lpstr>CUSTOMERS COMMENTS CONCENTRATION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Promise Chiemela Ezeike</dc:creator>
  <cp:lastModifiedBy>Promise Chiemela Ezeike</cp:lastModifiedBy>
  <cp:revision>2</cp:revision>
  <dcterms:created xsi:type="dcterms:W3CDTF">2026-03-29T01:10:56Z</dcterms:created>
  <dcterms:modified xsi:type="dcterms:W3CDTF">2026-03-29T02:43:55Z</dcterms:modified>
</cp:coreProperties>
</file>